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INSTITUTE OF MANAGEMENT STUDIES, NOIDA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INFORMATION TECHNOLOGY (SOIT)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554480"/>
            <a:ext cx="10332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“VIBECHECK ROOMS”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Real-Time Group Mood Synchronization &amp; Collaborative Music Sharing Platform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31089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Minor Project (BCA-508) Presentation for BCA 5th Semester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Affiliated with Chaudhary Charan Singh University (CCSU), Meerut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3931920"/>
            <a:ext cx="9418320" cy="2011680"/>
          </a:xfrm>
          <a:prstGeom prst="rect">
            <a:avLst/>
          </a:prstGeom>
          <a:solidFill>
            <a:srgbClr val="15151D"/>
          </a:solidFill>
          <a:ln w="19050">
            <a:solidFill>
              <a:srgbClr val="2A2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0" y="4206240"/>
            <a:ext cx="4389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SUBMITTED BY:
</a:t>
            </a:r>
            <a:pPr indent="0" marL="0">
              <a:buNone/>
            </a:pPr>
            <a:r>
              <a:rPr lang="en-US" sz="16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GAURAV SINGH
</a:t>
            </a:r>
            <a:pPr indent="0" marL="0">
              <a:buNone/>
            </a:pPr>
            <a:r>
              <a:rPr lang="en-US" sz="1200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University Roll No.: 240919106084
</a:t>
            </a:r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BCA (Batch 2024–2027)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SOIT, IMS Noida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217920" y="4206240"/>
            <a:ext cx="4389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GUIDANCE OF:
</a:t>
            </a:r>
            <a:pPr indent="0" marL="0">
              <a:buNone/>
            </a:pPr>
            <a:r>
              <a:rPr lang="en-US" sz="14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Information Technology
</a:t>
            </a:r>
            <a:pPr indent="0" marL="0">
              <a:buNone/>
            </a:pPr>
            <a:r>
              <a:rPr lang="en-US" sz="1200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HOD: Ms. Monika Dixit Bajpai
</a:t>
            </a:r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Coordinators: Mr. Anushrav Mudgal, Mr. Nihal Kumar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BCA-508 MINOR PROJECT PRESENTATION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Introduction &amp; Problem Statement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2A2A3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VibeCheck Rooms • Gaurav Singh (Roll No. 240919106084) • IMS Noida (CCSU)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5120640" cy="457200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737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in Modern Friend Groups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219456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Busy Group Chat Chaos:
</a:t>
            </a:r>
            <a:pPr indent="0" marL="0">
              <a:buNone/>
            </a:pPr>
            <a:r>
              <a:rPr lang="en-US" sz="12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Mood updates and music recommendations get buried under hundreds of chat messages within minutes.
</a:t>
            </a:r>
            <a:pPr indent="0" marL="0">
              <a:buNone/>
            </a:pPr>
            <a:r>
              <a:rPr lang="en-US" sz="1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Proprietary Algorithm Barriers:
</a:t>
            </a:r>
            <a:pPr indent="0" marL="0">
              <a:buNone/>
            </a:pPr>
            <a:r>
              <a:rPr lang="en-US" sz="12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 like Spotify Blend depend on private streaming history and fail to capture how people feel on a specific day.
</a:t>
            </a:r>
            <a:pPr indent="0" marL="0">
              <a:buNone/>
            </a:pPr>
            <a:r>
              <a:rPr lang="en-US" sz="1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Absence of lightweight spaces:
</a:t>
            </a:r>
            <a:pPr indent="0" marL="0">
              <a:buNone/>
            </a:pPr>
            <a:r>
              <a:rPr lang="en-US" sz="12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free, cross-platform space exists where friends can combine self-reported mood with music in under 15 seconds.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554480"/>
            <a:ext cx="5212080" cy="457200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737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VibeCheck Rooms Solution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194560"/>
            <a:ext cx="46634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Private Invite-Only Rooms:
</a:t>
            </a:r>
            <a:pPr indent="0" marL="0">
              <a:buNone/>
            </a:pPr>
            <a:r>
              <a:rPr lang="en-US" sz="12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create rooms and invite friends using an unambiguous 6-character room code.
</a:t>
            </a:r>
            <a:pPr indent="0" marL="0">
              <a:buNone/>
            </a:pPr>
            <a:r>
              <a:rPr lang="en-US" sz="1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Quick Daily Check-In:
</a:t>
            </a:r>
            <a:pPr indent="0" marL="0">
              <a:buNone/>
            </a:pPr>
            <a:r>
              <a:rPr lang="en-US" sz="12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1 of 8 moods, set energy (1-5), write a short note, and attach up to 3 songs.
</a:t>
            </a:r>
            <a:pPr indent="0" marL="0">
              <a:buNone/>
            </a:pPr>
            <a:r>
              <a:rPr lang="en-US" sz="1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Collective Group Vibe Score (0-100):
</a:t>
            </a:r>
            <a:pPr indent="0" marL="0">
              <a:buNone/>
            </a:pPr>
            <a:r>
              <a:rPr lang="en-US" sz="12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transparent mathematical algorithm calculates the room’s vibe score, dominant mood, and auto-builds a shared playlist.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BCA-508 MINOR PROJECT PRESENTATION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Objectives &amp; Scope of the Project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2A2A3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VibeCheck Rooms • Gaurav Singh (Roll No. 240919106084) • IMS Noida (CCSU)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10698480" cy="77724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6002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45920" y="15544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Room Creation &amp; Access Control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45920" y="184708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 users to register securely, create rooms with unique 6-character codes, and manage members.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377440"/>
            <a:ext cx="10698480" cy="77724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146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45920" y="24688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Low-Friction 15-Second Check-In Flow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645920" y="276148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quick mood selection (8 moods), energy ratings (1-5), optional notes, and up to 3 song attachments.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291840"/>
            <a:ext cx="10698480" cy="77724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4290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45920" y="3383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Transparent Mathematical Vibe Engine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45920" y="367588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rolling 24-hour Group Vibe Score (0-100), dominant room mood, and mood-mix distribution.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4206240"/>
            <a:ext cx="10698480" cy="77724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3434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45920" y="42976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Collaborative Music Curation &amp; Moderation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45920" y="459028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 members’ music into a shared playlist and provide admin controls to moderate content and members.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5120640"/>
            <a:ext cx="10698480" cy="77724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52578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645920" y="52120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Zero-Cost Cloud Deployment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645920" y="550468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production frontend on Vercel, REST API on Render, and PostgreSQL database on Supabase at Rs. 0 cost.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BCA-508 MINOR PROJECT PRESENTATION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Three-Tier System Architecture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2A2A3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VibeCheck Rooms • Gaurav Singh (Roll No. 240919106084) • IMS Noida (CCSU)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3291840" cy="4572000"/>
          </a:xfrm>
          <a:prstGeom prst="rect">
            <a:avLst/>
          </a:prstGeom>
          <a:solidFill>
            <a:srgbClr val="15151D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1: PRESENTATION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20116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Application (SPA)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2468880"/>
            <a:ext cx="29260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React 19 + Vite
</a:t>
            </a:r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High-performance Single Page Application.
</a:t>
            </a:r>
            <a:pPr indent="0" marL="0">
              <a:buNone/>
            </a:pPr>
            <a:r>
              <a:rPr lang="en-US" sz="11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Tailwind CSS v4
</a:t>
            </a:r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Dark-theme design system with custom mood palette.
</a:t>
            </a:r>
            <a:pPr indent="0" marL="0">
              <a:buNone/>
            </a:pPr>
            <a:r>
              <a:rPr lang="en-US" sz="11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Client State &amp; Polling
</a:t>
            </a:r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20-second polling for real-time room updates.
</a:t>
            </a:r>
            <a:pPr indent="0" marL="0">
              <a:buNone/>
            </a:pPr>
            <a:r>
              <a:rPr lang="en-US" sz="11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Deployment:
</a:t>
            </a:r>
            <a:pPr indent="0" marL="0">
              <a:buNone/>
            </a:pPr>
            <a:r>
              <a:rPr lang="en-US" sz="110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Edge Global CDN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34840" y="1554480"/>
            <a:ext cx="3291840" cy="4572000"/>
          </a:xfrm>
          <a:prstGeom prst="rect">
            <a:avLst/>
          </a:prstGeom>
          <a:solidFill>
            <a:srgbClr val="15151D"/>
          </a:solidFill>
          <a:ln w="25400">
            <a:solidFill>
              <a:srgbClr val="C6FF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7373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2: APPLICATION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17720" y="20116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 5 REST API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2468880"/>
            <a:ext cx="29260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Node.js 20/24 Runtime
</a:t>
            </a:r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Asynchronous event-driven REST API server.
</a:t>
            </a:r>
            <a:pPr indent="0" marL="0">
              <a:buNone/>
            </a:pPr>
            <a:r>
              <a:rPr lang="en-US" sz="11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Pure Vibe Score Engine
</a:t>
            </a:r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business logic with unit test coverage.
</a:t>
            </a:r>
            <a:pPr indent="0" marL="0">
              <a:buNone/>
            </a:pPr>
            <a:r>
              <a:rPr lang="en-US" sz="11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Middleware
</a:t>
            </a:r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Helmet security headers, CORS filtering &amp; rate limiting.
</a:t>
            </a:r>
            <a:pPr indent="0" marL="0">
              <a:buNone/>
            </a:pPr>
            <a:r>
              <a:rPr lang="en-US" sz="11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Deployment:
</a:t>
            </a:r>
            <a:pPr indent="0" marL="0">
              <a:buNone/>
            </a:pPr>
            <a:r>
              <a:rPr lang="en-US" sz="1100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 Cloud Web Service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38160" y="1554480"/>
            <a:ext cx="3291840" cy="4572000"/>
          </a:xfrm>
          <a:prstGeom prst="rect">
            <a:avLst/>
          </a:prstGeom>
          <a:solidFill>
            <a:srgbClr val="15151D"/>
          </a:solidFill>
          <a:ln w="25400">
            <a:solidFill>
              <a:srgbClr val="FF4D8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17373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3: DATA TIER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321040" y="20116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PostgreSQL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21040" y="2468880"/>
            <a:ext cx="29260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Relational PostgreSQL DB
</a:t>
            </a:r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tables in 3rd Normal Form (3NF) with constraints.
</a:t>
            </a:r>
            <a:pPr indent="0" marL="0">
              <a:buNone/>
            </a:pPr>
            <a:r>
              <a:rPr lang="en-US" sz="11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Atomic Transactions
</a:t>
            </a:r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PL/pgSQL RPC function saves checkin &amp; songs together.
</a:t>
            </a:r>
            <a:pPr indent="0" marL="0">
              <a:buNone/>
            </a:pPr>
            <a:r>
              <a:rPr lang="en-US" sz="11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Row Level Security (RLS)
</a:t>
            </a:r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Deny-by-default access policies &amp; JWT verification.
</a:t>
            </a:r>
            <a:pPr indent="0" marL="0">
              <a:buNone/>
            </a:pPr>
            <a:r>
              <a:rPr lang="en-US" sz="11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Deployment:
</a:t>
            </a:r>
            <a:pPr indent="0" marL="0">
              <a:buNone/>
            </a:pPr>
            <a:r>
              <a:rPr lang="en-US" sz="1100" dirty="0">
                <a:solidFill>
                  <a:srgbClr val="FF4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Managed Cloud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BCA-508 MINOR PROJECT PRESENTATION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User Flow &amp; Core Transaction: Mood Check-in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2A2A3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VibeCheck Rooms • Gaurav Singh (Roll No. 240919106084) • IMS Noida (CCSU)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2011680" cy="2011680"/>
          </a:xfrm>
          <a:prstGeom prst="rect">
            <a:avLst/>
          </a:prstGeom>
          <a:solidFill>
            <a:srgbClr val="15151D"/>
          </a:solidFill>
          <a:ln w="19050">
            <a:solidFill>
              <a:srgbClr val="2A2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8288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" y="21031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Authenticate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251460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logs in or uses demo reviewer account. JWT issued.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926080" y="1645920"/>
            <a:ext cx="2011680" cy="2011680"/>
          </a:xfrm>
          <a:prstGeom prst="rect">
            <a:avLst/>
          </a:prstGeom>
          <a:solidFill>
            <a:srgbClr val="15151D"/>
          </a:solidFill>
          <a:ln w="19050">
            <a:solidFill>
              <a:srgbClr val="2A2A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63240" y="18288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63240" y="21031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Access Room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063240" y="251460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room or enter 6-character code. Membership validated.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20640" y="1645920"/>
            <a:ext cx="2011680" cy="2011680"/>
          </a:xfrm>
          <a:prstGeom prst="rect">
            <a:avLst/>
          </a:prstGeom>
          <a:solidFill>
            <a:srgbClr val="15151D"/>
          </a:solidFill>
          <a:ln w="19050">
            <a:solidFill>
              <a:srgbClr val="2A2A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57800" y="18288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257800" y="21031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Form Input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257800" y="251460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1 of 8 moods, set energy (1-5), optional note &amp; 0-3 songs.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0" y="1645920"/>
            <a:ext cx="2011680" cy="2011680"/>
          </a:xfrm>
          <a:prstGeom prst="rect">
            <a:avLst/>
          </a:prstGeom>
          <a:solidFill>
            <a:srgbClr val="15151D"/>
          </a:solidFill>
          <a:ln w="19050">
            <a:solidFill>
              <a:srgbClr val="2A2A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52360" y="18288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452360" y="21031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Atomic Save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452360" y="251460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request invokes RPC function; checkin &amp; songs saved atomically.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509760" y="1645920"/>
            <a:ext cx="2011680" cy="2011680"/>
          </a:xfrm>
          <a:prstGeom prst="rect">
            <a:avLst/>
          </a:prstGeom>
          <a:solidFill>
            <a:srgbClr val="15151D"/>
          </a:solidFill>
          <a:ln w="19050">
            <a:solidFill>
              <a:srgbClr val="2A2A3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46920" y="18288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646920" y="21031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Vibe Update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646920" y="251460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engine recalculates score; dashboard, chart &amp; playlist refresh.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31520" y="3931920"/>
            <a:ext cx="10698480" cy="219456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4114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Guarantees &amp; Constraints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" y="448056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Rolling 24-Hour Scope: </a:t>
            </a:r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single latest check-in per member within the last 24 hours counts towards the score.
</a:t>
            </a:r>
            <a:pPr indent="0" marL="0">
              <a:buNone/>
            </a:pPr>
            <a:r>
              <a:rPr lang="en-US" sz="11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All-or-Nothing Integrity: </a:t>
            </a:r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Postgres RPC ensures check-ins and songs cannot be partially inserted; failures rollback cleanly.
</a:t>
            </a:r>
            <a:pPr indent="0" marL="0">
              <a:buNone/>
            </a:pPr>
            <a:r>
              <a:rPr lang="en-US" sz="11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Immediate Client Feedback: </a:t>
            </a:r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check-in endpoint returns the fresh vibe score payload, allowing instant UI updates without reload.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BCA-508 MINOR PROJECT PRESENTATION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Data Flow Diagrams (DFD Hierarchy)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2A2A3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VibeCheck Rooms • Gaurav Singh (Roll No. 240919106084) • IMS Noida (CCSU)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3383280" cy="457200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DFD Level 0 (Context)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194560"/>
            <a:ext cx="30175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Entities:
</a:t>
            </a:r>
            <a:pPr indent="0" marL="0">
              <a:buNone/>
            </a:pPr>
            <a:r>
              <a:rPr lang="en-US" sz="110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Member
2. Room Admin
</a:t>
            </a:r>
            <a:pPr indent="0" marL="0">
              <a:buNone/>
            </a:pPr>
            <a:r>
              <a:rPr lang="en-US" sz="11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Inputs from Member:
</a:t>
            </a:r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details, room create/join, mood check-in &amp; songs.
</a:t>
            </a:r>
            <a:pPr indent="0" marL="0">
              <a:buNone/>
            </a:pPr>
            <a:r>
              <a:rPr lang="en-US" sz="11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Inputs from Admin:
</a:t>
            </a:r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Moderation actions, code regeneration, close room.
</a:t>
            </a:r>
            <a:pPr indent="0" marL="0">
              <a:buNone/>
            </a:pPr>
            <a:r>
              <a:rPr lang="en-US" sz="11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Outputs to User:
</a:t>
            </a:r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score, dominant mood, mood-mix chart &amp; shared playlist.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554480"/>
            <a:ext cx="3383280" cy="457200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7373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DFD Level 1 (Subsystems)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0" y="2194560"/>
            <a:ext cx="30175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1.0 Authentication:
</a:t>
            </a:r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Registers/logs in users; writes to D1 Profiles.
</a:t>
            </a:r>
            <a:pPr indent="0" marL="0">
              <a:buNone/>
            </a:pPr>
            <a:r>
              <a:rPr lang="en-US" sz="11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2.0 Room Management:
</a:t>
            </a:r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 codes &amp; links members; stores in D2.
</a:t>
            </a:r>
            <a:pPr indent="0" marL="0">
              <a:buNone/>
            </a:pPr>
            <a:r>
              <a:rPr lang="en-US" sz="11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3.0 Check-in &amp; Songs:
</a:t>
            </a:r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Validates &amp; writes records to D3 &amp; D4.
</a:t>
            </a:r>
            <a:pPr indent="0" marL="0">
              <a:buNone/>
            </a:pPr>
            <a:r>
              <a:rPr lang="en-US" sz="11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4.0 Vibe Calculation:
</a:t>
            </a:r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Aggregates checkins to compute score &amp; mix.
</a:t>
            </a:r>
            <a:pPr indent="0" marL="0">
              <a:buNone/>
            </a:pPr>
            <a:r>
              <a:rPr lang="en-US" sz="11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5.0 Admin Moderation:
</a:t>
            </a:r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memberships and room lifecycle.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1554480"/>
            <a:ext cx="3383280" cy="457200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17373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4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DFD Level 2 (Check-in)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0" y="2194560"/>
            <a:ext cx="30175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3.1 Session &amp; Membership:
</a:t>
            </a:r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Verifies bearer JWT &amp; active room membership.
</a:t>
            </a:r>
            <a:pPr indent="0" marL="0">
              <a:buNone/>
            </a:pPr>
            <a:r>
              <a:rPr lang="en-US" sz="11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3.2 Schema Validation:
</a:t>
            </a:r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mood enum, energy range (1-5), ≤80 chars note, and ≤3 songs.
</a:t>
            </a:r>
            <a:pPr indent="0" marL="0">
              <a:buNone/>
            </a:pPr>
            <a:r>
              <a:rPr lang="en-US" sz="11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3.3 / 3.4 Atomic Insertion:
</a:t>
            </a:r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Inserts 1 checkin row and up to 3 song rows.
</a:t>
            </a:r>
            <a:pPr indent="0" marL="0">
              <a:buNone/>
            </a:pPr>
            <a:r>
              <a:rPr lang="en-US" sz="11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3.5 Recalculate Vibe Score:
</a:t>
            </a:r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Re-evaluates 24h score &amp; triggers UI refresh.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BCA-508 MINOR PROJECT PRESENTATION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Entity Relationship Diagram (ERD &amp; 3NF)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2A2A3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VibeCheck Rooms • Gaurav Singh (Roll No. 240919106084) • IMS Noida (CCSU)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10698480" cy="77724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6916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08960" y="16916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PK: id (UUID)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217920" y="16916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display_name, email, avatar_color, created_at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450592"/>
            <a:ext cx="10698480" cy="77724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58775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108960" y="258775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PK: id | FK: created_by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17920" y="2587752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room_code (UK), is_active, created_at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346704"/>
            <a:ext cx="10698480" cy="77724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348386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room_members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08960" y="348386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PK: id | FK: room_id, user_id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17920" y="3483864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(admin/member), joined_at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4242816"/>
            <a:ext cx="10698480" cy="77724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43799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mood_checkins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08960" y="4379976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PK: id | FK: room_id, user_id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217920" y="4379976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mood (enum), energy (1-5), note (max 80), created_at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5138928"/>
            <a:ext cx="10698480" cy="77724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527608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108960" y="5276088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PK: id | FK: checkin_id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17920" y="527608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title, artist, link_url, position (1-3)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612648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Third Normal Form (3NF) Certified: Resolves M:N user-room relationship via junction table room_members. Zero redundant columns. Cascading deletes on foreign keys.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BCA-508 MINOR PROJECT PRESENTATION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Vibe Score Algorithm &amp; Mathematical Proof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2A2A3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VibeCheck Rooms • Gaurav Singh (Roll No. 240919106084) • IMS Noida (CCSU)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10698480" cy="1371600"/>
          </a:xfrm>
          <a:prstGeom prst="rect">
            <a:avLst/>
          </a:prstGeom>
          <a:solidFill>
            <a:srgbClr val="15151D"/>
          </a:solidFill>
          <a:ln w="19050">
            <a:solidFill>
              <a:srgbClr val="C6FF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737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Mathematical Formula (Rolling 24-Hour Scope)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0574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Vibe Score = round( sum(Mood Scores of Active Members) / Number of Active Members 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25146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Dominant Mood: Highest frequency mood among active members. Tie-breaker: most recent submission timestamp.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698480" cy="301752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2918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 Test Case: Room "Late Night Crew"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36576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Rahul: Chill (🌊) • Score: 70 • Energy: 3 / 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05840" y="406908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Aman: Hyped (⚡) • Score: 85 • Energy: 5 / 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" y="448056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Rohit: Happy (😊) • Score: 90 • Energy: 4 / 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05840" y="48920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Gaurav: Chill (🌊) • Score: 70 • Energy: 3 / 5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132320" y="3566160"/>
            <a:ext cx="3931920" cy="2286000"/>
          </a:xfrm>
          <a:prstGeom prst="rect">
            <a:avLst/>
          </a:prstGeom>
          <a:solidFill>
            <a:srgbClr val="1E1E29"/>
          </a:solidFill>
          <a:ln w="12700">
            <a:solidFill>
              <a:srgbClr val="C6FF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0" y="3749040"/>
            <a:ext cx="35661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OUTPUT:
</a:t>
            </a:r>
            <a:pPr indent="0" marL="0">
              <a:buNone/>
            </a:pPr>
            <a:r>
              <a:rPr lang="en-US" sz="1200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Total Mood Score: 315
</a:t>
            </a:r>
            <a:pPr indent="0" marL="0">
              <a:buNone/>
            </a:pPr>
            <a:r>
              <a:rPr lang="en-US" sz="1200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Active Members: 4
</a:t>
            </a:r>
            <a:pPr indent="0" marL="0">
              <a:buNone/>
            </a:pPr>
            <a:r>
              <a:rPr lang="en-US" sz="1200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Calculation: 315 / 4 = 78.75
</a:t>
            </a:r>
            <a:pPr indent="0" marL="0">
              <a:buNone/>
            </a:pPr>
            <a:r>
              <a:rPr lang="en-US" sz="13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Final Score: 79 (Good vibes)
</a:t>
            </a:r>
            <a:pPr indent="0" marL="0">
              <a:buNone/>
            </a:pPr>
            <a:r>
              <a:rPr lang="en-US" sz="120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Dominant Mood: Chill (2 of 4)
</a:t>
            </a:r>
            <a:pPr indent="0" marL="0">
              <a:buNone/>
            </a:pPr>
            <a:r>
              <a:rPr lang="en-US" sz="120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Average Energy: 3.8 / 5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BCA-508 MINOR PROJECT PRESENTATION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User Interface Design &amp; Key Pages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2A2A3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VibeCheck Rooms • Gaurav Singh (Roll No. 240919106084) • IMS Noida (CCSU)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10698480" cy="77724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Landing / Home Page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389120" y="1691640"/>
            <a:ext cx="6766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Hero headline "What’s the vibe today?", room code entry, how-it-works cards, and interactive demo preview.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2450592"/>
            <a:ext cx="10698480" cy="77724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58775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Login &amp; Sign-up Modal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89120" y="2587752"/>
            <a:ext cx="6766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authentication, inline validation, and 1-click fast-track demo login for examiners.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3346704"/>
            <a:ext cx="10698480" cy="77724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483864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Room Dashboard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389120" y="3483864"/>
            <a:ext cx="6766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Hero VibeMeter (0-100), 8-mood checkin form, energy selector, mood-mix chart, and shared playlist.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4242816"/>
            <a:ext cx="10698480" cy="77724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437997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Admin Moderation Panel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389120" y="4379976"/>
            <a:ext cx="6766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statistics, member removal, 6-character code regeneration, check-in deletion, and room archiving.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5138928"/>
            <a:ext cx="10698480" cy="77724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527608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Room History Page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89120" y="5276088"/>
            <a:ext cx="6766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Chronological archive of past check-ins, member notes, and attached songs with timestamp tracking.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B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BCA-508 MINOR PROJECT PRESENTATION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Role-Based Moderation &amp; Admin System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2A2A3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VibeCheck Rooms • Gaurav Singh (Roll No. 240919106084) • IMS Noida (CCSU)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10698480" cy="77724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Server-Enforced RBAC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389120" y="1691640"/>
            <a:ext cx="6766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/api/rooms/:id/stats and moderation endpoints strictly verify role in room_members table. Non-admins receive HTTP 403 Forbidden.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2450592"/>
            <a:ext cx="10698480" cy="77724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58775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Statistics Telemetry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89120" y="2587752"/>
            <a:ext cx="6766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visibility over total members, check-ins, shared playlist tracks, and members active in the last 24 hours.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3346704"/>
            <a:ext cx="10698480" cy="77724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483864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Cascading Member Removal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389120" y="3483864"/>
            <a:ext cx="6766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Removing a member deletes their check-ins and songs, preventing orphan records and preserving clean vibe scores.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4242816"/>
            <a:ext cx="10698480" cy="77724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437997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Invite Code Invalidation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389120" y="4379976"/>
            <a:ext cx="6766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One-click code regeneration instantly terminates compromised or old room codes and creates a fresh 6-character token.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5138928"/>
            <a:ext cx="10698480" cy="77724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527608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Archival (Danger Zone)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89120" y="5276088"/>
            <a:ext cx="6766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Admins can close the room. Closed rooms prevent new member joins and disable check-in posting permanently.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B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BCA-508 MINOR PROJECT PRESENTATION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Technical Requirements &amp; Deployment Stack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2A2A3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VibeCheck Rooms • Gaurav Singh (Roll No. 240919106084) • IMS Noida (CCSU)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5120640" cy="457200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737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&amp; Development Stack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457200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Operating System: </a:t>
            </a:r>
            <a:pPr indent="0" marL="0">
              <a:buNone/>
            </a:pPr>
            <a:r>
              <a:rPr lang="en-US" sz="12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10/11 / Linux (Ubuntu 22.04)
</a:t>
            </a:r>
            <a:pPr indent="0" marL="0">
              <a:buNone/>
            </a:pPr>
            <a:r>
              <a:rPr lang="en-US" sz="1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Runtime &amp; Backend: </a:t>
            </a:r>
            <a:pPr indent="0" marL="0">
              <a:buNone/>
            </a:pPr>
            <a:r>
              <a:rPr lang="en-US" sz="12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20/24 LTS, Express 5, TypeScript
</a:t>
            </a:r>
            <a:pPr indent="0" marL="0">
              <a:buNone/>
            </a:pPr>
            <a:r>
              <a:rPr lang="en-US" sz="1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Frontend: </a:t>
            </a:r>
            <a:pPr indent="0" marL="0">
              <a:buNone/>
            </a:pPr>
            <a:r>
              <a:rPr lang="en-US" sz="12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19, Vite, Tailwind CSS v4, Lucide Icons
</a:t>
            </a:r>
            <a:pPr indent="0" marL="0">
              <a:buNone/>
            </a:pPr>
            <a:r>
              <a:rPr lang="en-US" sz="1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Database &amp; Auth: </a:t>
            </a:r>
            <a:pPr indent="0" marL="0">
              <a:buNone/>
            </a:pPr>
            <a:r>
              <a:rPr lang="en-US" sz="12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PostgreSQL, Supabase Auth (JWT)
</a:t>
            </a:r>
            <a:pPr indent="0" marL="0">
              <a:buNone/>
            </a:pPr>
            <a:r>
              <a:rPr lang="en-US" sz="1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Testing &amp; Tools: </a:t>
            </a:r>
            <a:pPr indent="0" marL="0">
              <a:buNone/>
            </a:pPr>
            <a:r>
              <a:rPr lang="en-US" sz="12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Vitest, Supertest, VS Code, Git &amp; GitHub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554480"/>
            <a:ext cx="5212080" cy="457200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737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Infrastructure (Rs. 0 Cost)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286000"/>
            <a:ext cx="466344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Frontend Hosting: Vercel Hobby
</a:t>
            </a:r>
            <a:pPr indent="0" marL="0">
              <a:buNone/>
            </a:pPr>
            <a:r>
              <a:rPr lang="en-US" sz="12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edge deployment with automatic SSL.
Cost: Rs. 0
</a:t>
            </a:r>
            <a:pPr indent="0" marL="0">
              <a:buNone/>
            </a:pPr>
            <a:r>
              <a:rPr lang="en-US" sz="1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API Hosting: Render Free Tier
</a:t>
            </a:r>
            <a:pPr indent="0" marL="0">
              <a:buNone/>
            </a:pPr>
            <a:r>
              <a:rPr lang="en-US" sz="12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container with health checks (/api/health).
Cost: Rs. 0
</a:t>
            </a:r>
            <a:pPr indent="0" marL="0">
              <a:buNone/>
            </a:pPr>
            <a:r>
              <a:rPr lang="en-US" sz="1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Managed Database: Supabase Cloud
</a:t>
            </a:r>
            <a:pPr indent="0" marL="0">
              <a:buNone/>
            </a:pPr>
            <a:r>
              <a:rPr lang="en-US" sz="12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instance with automated backups.
Cost: Rs. 0
</a:t>
            </a:r>
            <a:pPr indent="0" marL="0">
              <a:buNone/>
            </a:pPr>
            <a:r>
              <a:rPr lang="en-US" sz="13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INFRASTRUCTURE EXPENSE: Rs. 0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B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BCA-508 MINOR PROJECT PRESENTATION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Limitations &amp; Future Scope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2A2A3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VibeCheck Rooms • Gaurav Singh (Roll No. 240919106084) • IMS Noida (CCSU)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5120640" cy="457200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737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Project Limitations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457200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Free-Tier Spin Down:
</a:t>
            </a:r>
            <a:pPr indent="0" marL="0">
              <a:buNone/>
            </a:pPr>
            <a:r>
              <a:rPr lang="en-US" sz="12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 free services sleep after 15 min idle; cold start takes ~50 seconds.
</a:t>
            </a:r>
            <a:pPr indent="0" marL="0">
              <a:buNone/>
            </a:pPr>
            <a:r>
              <a:rPr lang="en-US" sz="1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Manual Music Linking:
</a:t>
            </a:r>
            <a:pPr indent="0" marL="0">
              <a:buNone/>
            </a:pPr>
            <a:r>
              <a:rPr lang="en-US" sz="12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Songs are stored as metadata and links; no embedded streaming player.
</a:t>
            </a:r>
            <a:pPr indent="0" marL="0">
              <a:buNone/>
            </a:pPr>
            <a:r>
              <a:rPr lang="en-US" sz="1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20-Second Polling:
</a:t>
            </a:r>
            <a:pPr indent="0" marL="0">
              <a:buNone/>
            </a:pPr>
            <a:r>
              <a:rPr lang="en-US" sz="12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 real-time refresh rather than WebSocket push streams.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554480"/>
            <a:ext cx="5212080" cy="4572000"/>
          </a:xfrm>
          <a:prstGeom prst="rect">
            <a:avLst/>
          </a:prstGeom>
          <a:solidFill>
            <a:srgbClr val="15151D"/>
          </a:solidFill>
          <a:ln w="12700">
            <a:solidFill>
              <a:srgbClr val="2A2A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737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Roadmap &amp; Enhancements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286000"/>
            <a:ext cx="466344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Spotify Web API Integration:
</a:t>
            </a:r>
            <a:pPr indent="0" marL="0">
              <a:buNone/>
            </a:pPr>
            <a:r>
              <a:rPr lang="en-US" sz="12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track catalog, display album art, and play 30s previews directly.
</a:t>
            </a:r>
            <a:pPr indent="0" marL="0">
              <a:buNone/>
            </a:pPr>
            <a:r>
              <a:rPr lang="en-US" sz="1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WebSockets / Supabase Realtime:
</a:t>
            </a:r>
            <a:pPr indent="0" marL="0">
              <a:buNone/>
            </a:pPr>
            <a:r>
              <a:rPr lang="en-US" sz="12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bi-directional vibe updates with zero polling latency.
</a:t>
            </a:r>
            <a:pPr indent="0" marL="0">
              <a:buNone/>
            </a:pPr>
            <a:r>
              <a:rPr lang="en-US" sz="1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AI Mood Insights &amp; Weekly Recaps:
</a:t>
            </a:r>
            <a:pPr indent="0" marL="0">
              <a:buNone/>
            </a:pPr>
            <a:r>
              <a:rPr lang="en-US" sz="12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 trends over time (e.g. "Your room is happiest on Fridays!").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B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BCA-508 MINOR PROJECT PRESENTATION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Live Demonstration &amp; Verification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2A2A3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VibeCheck Rooms • Gaurav Singh (Roll No. 240919106084) • IMS Noida (CCSU)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solidFill>
            <a:srgbClr val="15151D"/>
          </a:solidFill>
          <a:ln w="25400">
            <a:solidFill>
              <a:srgbClr val="C6FF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Examiner Fast-Track Review Credentials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2377440"/>
            <a:ext cx="100584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Seeded Demo Room: </a:t>
            </a:r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“Late Night Crew”
</a:t>
            </a:r>
            <a:pPr indent="0" marL="0">
              <a:buNone/>
            </a:pPr>
            <a:r>
              <a:rPr lang="en-US" sz="13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Room Invite Code: </a:t>
            </a:r>
            <a:pPr indent="0" marL="0">
              <a:buNone/>
            </a:pPr>
            <a:r>
              <a:rPr lang="en-US" sz="15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K7P2QX
</a:t>
            </a:r>
            <a:pPr indent="0" marL="0">
              <a:buNone/>
            </a:pPr>
            <a:r>
              <a:rPr lang="en-US" sz="13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Member Walkthrough: </a:t>
            </a:r>
            <a:pPr indent="0" marL="0">
              <a:buNone/>
            </a:pPr>
            <a:r>
              <a:rPr lang="en-US" sz="12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"Demo Member (Rahul)" on the login modal to view the room, see the 79 Good vibes score, post a new check-in with songs, and inspect the shared playlist.
</a:t>
            </a:r>
            <a:pPr indent="0" marL="0">
              <a:buNone/>
            </a:pPr>
            <a:r>
              <a:rPr lang="en-US" sz="13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Admin Walkthrough: </a:t>
            </a:r>
            <a:pPr indent="0" marL="0">
              <a:buNone/>
            </a:pPr>
            <a:r>
              <a:rPr lang="en-US" sz="12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"Demo Admin (Gaurav)" to open the Admin Panel, view room statistics (42 check-ins, 96 songs), regenerate the room code, delete spam, or close the room.
</a:t>
            </a:r>
            <a:pPr indent="0" marL="0">
              <a:buNone/>
            </a:pPr>
            <a:r>
              <a:rPr lang="en-US" sz="13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Unit Tests: </a:t>
            </a:r>
            <a:pPr indent="0" marL="0">
              <a:buNone/>
            </a:pPr>
            <a:r>
              <a:rPr lang="en-US" sz="12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`npm test` in the server directory to verify the 315/4 = 79 worked example unit tests pass cleanly.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B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25603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Answers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286000" y="3383280"/>
            <a:ext cx="7589520" cy="2286000"/>
          </a:xfrm>
          <a:prstGeom prst="rect">
            <a:avLst/>
          </a:prstGeom>
          <a:solidFill>
            <a:srgbClr val="15151D"/>
          </a:solidFill>
          <a:ln w="19050">
            <a:solidFill>
              <a:srgbClr val="2A2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60320" y="3657600"/>
            <a:ext cx="7040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GAURAV SINGH
</a:t>
            </a:r>
            <a:pPr algn="ctr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University Roll No.: 240919106084
</a:t>
            </a:r>
            <a:pPr algn="ctr"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Email: gauravsingh.bcr24079@imsnoida.com • Mobile: +91 7289860248
</a:t>
            </a:r>
            <a:pPr algn="ctr" indent="0" marL="0">
              <a:buNone/>
            </a:pPr>
            <a:r>
              <a:rPr lang="en-US" sz="1200" dirty="0">
                <a:solidFill>
                  <a:srgbClr val="F5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Bachelor of Computer Application (BCA 5th Sem, Batch 2024–27)
</a:t>
            </a:r>
            <a:pPr algn="ctr" indent="0" marL="0">
              <a:buNone/>
            </a:pPr>
            <a:r>
              <a:rPr lang="en-US" sz="1100" dirty="0">
                <a:solidFill>
                  <a:srgbClr val="A1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Information Technology, Institute of Management Studies, Noida
</a:t>
            </a:r>
            <a:pPr algn="ctr" indent="0" marL="0">
              <a:buNone/>
            </a:pPr>
            <a:r>
              <a:rPr lang="en-US" sz="1100" b="1" dirty="0">
                <a:solidFill>
                  <a:srgbClr val="C6F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Chaudhary Charan Singh University (CCSU), Meerut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2026-10-25T11:02:58Z</dcterms:created>
  <dcterms:modified xsi:type="dcterms:W3CDTF">2026-10-25T11:02:58Z</dcterms:modified>
</cp:coreProperties>
</file>